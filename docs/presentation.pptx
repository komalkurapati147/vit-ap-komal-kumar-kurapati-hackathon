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problem and the one-line promise: text in, structured risk signals out, two live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S&amp;P Global &amp; Crisil Campus Hackathon 2026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AI/NLP Risk Signal Platform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From news and social text to sentiment, event and impact signals, driving a tactical index rebalancer and an event-driven stress tester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Kurapati Komal Kumar   |   Vellore Institute of Technology, Andhra Pradesh (VIT-AP)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12315A"/>
          </a:solidFill>
          <a:ln w="12700">
            <a:solidFill>
              <a:srgbClr val="1231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813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signals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37490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12315A"/>
          </a:solidFill>
          <a:ln w="12700">
            <a:solidFill>
              <a:srgbClr val="1231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3813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modules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3749040"/>
            <a:ext cx="1645920" cy="1051560"/>
          </a:xfrm>
          <a:prstGeom prst="roundRect">
            <a:avLst>
              <a:gd name="adj" fmla="val 8696"/>
            </a:avLst>
          </a:prstGeom>
          <a:solidFill>
            <a:srgbClr val="12315A"/>
          </a:solidFill>
          <a:ln w="12700">
            <a:solidFill>
              <a:srgbClr val="1231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3813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event types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Analysts read far more headlines and posts than they can handle, yet trading and capital decisions need clear numbers they can compare. I wanted to turn raw text into those numbers quickly.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My approach: build one NLP engine whose output I can explain, then feed it into two different tools: a fast index rebalancer and a slower portfolio stress tester.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1612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Ingest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News + social, cleaned, de-duplicated, credibility-weighted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2402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2468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Analyse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Sentiment -1..1, 8 event types, impact 1..10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42900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657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35387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Act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Rebalance weights; stress the bank book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and data flow</a:t>
            </a:r>
            <a:endParaRPr lang="en-US" sz="3200" dirty="0"/>
          </a:p>
        </p:txBody>
      </p:sp>
      <p:pic>
        <p:nvPicPr>
          <p:cNvPr id="3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914400"/>
            <a:ext cx="7443216" cy="3886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501091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4" name="Image 0" descr="screenshots/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3042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20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</a:rPr>
              <a:t>My Streamlit dashboard, running on the sample data. The sidebar controls the rebalancer.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signals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high impact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4526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sources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NLP engine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44475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Word lexicon with negation, regex-based event types, and impact = 0.55 x event prior + 3 x |sentiment| + 2 x intensity + 1.5 x source credibility.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2423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Module A: Rebalancer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77063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Each stock keeps a sentiment score that fades with a 90 min half-life. Weights tilt up or down, kept between 2% and 12%.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Module B: Stress test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40965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If impact is above 7 and sentiment is negative, shocks (equity, rates, spreads, FX, defaults) are applied to a 36-position bank book.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0624" y="1060704"/>
            <a:ext cx="4096512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4" name="Image 0" descr="screenshots/rebalancer_we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17922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18304" y="1060704"/>
            <a:ext cx="4096512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6" name="Image 1" descr="/tmp/stress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023360" cy="2066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337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Module A: weights shift through the day as news arrives. GOOGL gains 4.7 points, AAPL loses 2.2.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3337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Module B: a Credit Event at impact 8.3 takes the book from $595.5M to $521.2M, a 12.48% loss.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signals from 48 docs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6060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stress triggers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2.2%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avg turnover per step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 bps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total trading cost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Speed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 headline becomes a risk number in seconds instead of hours of reading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325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One signal, two horizons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65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same feed supports quick index tilts and longer-term stress planning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Explainable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94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Each score can be traced to specific words and a written formula, so a reviewer can check it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Extensible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7947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New data sources or a FinBERT model can be added without redoing the rest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Lexicon and regex miss sarcasm and context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Demo corpus is synthetic and small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Rebalancer not backtested on real prices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Stress shocks are illustrative, not calibrated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Fine-tune FinBERT on labelled finance text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Backtest vs equal-weight with market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Streaming ingestion (Kafka) and alerts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Factor-based and reverse stress tests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Deck">
  <a:themeElements>
    <a:clrScheme name="RiskDeck">
      <a:dk1>
        <a:srgbClr val="1F2937"/>
      </a:dk1>
      <a:lt1>
        <a:srgbClr val="FFFFFF"/>
      </a:lt1>
      <a:dk2>
        <a:srgbClr val="0B1F3A"/>
      </a:dk2>
      <a:lt2>
        <a:srgbClr val="EEF2F7"/>
      </a:lt2>
      <a:accent1>
        <a:srgbClr val="0F766E"/>
      </a:accent1>
      <a:accent2>
        <a:srgbClr val="F59E0B"/>
      </a:accent2>
      <a:accent3>
        <a:srgbClr val="B91C1C"/>
      </a:accent3>
      <a:accent4>
        <a:srgbClr val="1E3A8A"/>
      </a:accent4>
      <a:accent5>
        <a:srgbClr val="7C2D12"/>
      </a:accent5>
      <a:accent6>
        <a:srgbClr val="4C1D95"/>
      </a:accent6>
      <a:hlink>
        <a:srgbClr val="1E3A8A"/>
      </a:hlink>
      <a:folHlink>
        <a:srgbClr val="4C1D95"/>
      </a:folHlink>
    </a:clrScheme>
    <a:fontScheme name="Risk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VIT-AP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AI/NLP Risk Signal Platform</dc:title>
  <dc:subject>PptxGenJS Presentation</dc:subject>
  <dc:creator>Kurapati Komal Kumar</dc:creator>
  <cp:lastModifiedBy>Kurapati Komal Kumar</cp:lastModifiedBy>
  <cp:revision>1</cp:revision>
  <dcterms:created xsi:type="dcterms:W3CDTF">2026-10-09T03:58:50Z</dcterms:created>
  <dcterms:modified xsi:type="dcterms:W3CDTF">2026-10-09T03:58:50Z</dcterms:modified>
</cp:coreProperties>
</file>